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4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341" y="2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3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4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3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9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3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4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9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1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73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582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71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91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33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75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9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18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  <p:sldLayoutId id="214748391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29087"/>
            <a:ext cx="7772400" cy="30713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Behavioral Design Patterns in Java</a:t>
            </a:r>
            <a:br>
              <a:rPr lang="en-US" sz="3600" dirty="0"/>
            </a:br>
            <a:endParaRPr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5753819" cy="23995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Name: Madumitha S</a:t>
            </a:r>
          </a:p>
          <a:p>
            <a:r>
              <a:rPr lang="en-US" dirty="0">
                <a:solidFill>
                  <a:schemeClr val="tx1"/>
                </a:solidFill>
              </a:rPr>
              <a:t>Subject: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software development, similar problems occur again and again</a:t>
            </a:r>
          </a:p>
          <a:p>
            <a:r>
              <a:rPr lang="en-US" dirty="0"/>
              <a:t>Design patterns provide standard solutions to these problems</a:t>
            </a:r>
          </a:p>
          <a:p>
            <a:r>
              <a:rPr lang="en-US" dirty="0"/>
              <a:t>Behavioral design patterns focus on </a:t>
            </a:r>
            <a:r>
              <a:rPr lang="en-US" b="1" dirty="0"/>
              <a:t>how objects behave and interact</a:t>
            </a:r>
            <a:endParaRPr lang="en-US" dirty="0"/>
          </a:p>
          <a:p>
            <a:r>
              <a:rPr lang="en-US" dirty="0"/>
              <a:t>These patterns help objects communicate without tight coupling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ARE BEHAVIORAL DESIGN PATTERNS?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Behavioral patterns define </a:t>
            </a:r>
            <a:r>
              <a:rPr lang="en-US" b="1" dirty="0"/>
              <a:t>how responsibilities are shared between objects</a:t>
            </a:r>
            <a:endParaRPr lang="en-US" dirty="0"/>
          </a:p>
          <a:p>
            <a:r>
              <a:rPr lang="en-US" dirty="0"/>
              <a:t>They reduce complex conditional statements</a:t>
            </a:r>
          </a:p>
          <a:p>
            <a:r>
              <a:rPr lang="en-US" dirty="0"/>
              <a:t>They improve flexibility and maintainability of code</a:t>
            </a:r>
          </a:p>
          <a:p>
            <a:r>
              <a:rPr lang="en-US" dirty="0"/>
              <a:t>These patterns focus on </a:t>
            </a:r>
            <a:r>
              <a:rPr lang="en-US" b="1" dirty="0"/>
              <a:t>communication, not creation or structure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282245"/>
          </a:xfrm>
        </p:spPr>
        <p:txBody>
          <a:bodyPr/>
          <a:lstStyle/>
          <a:p>
            <a:r>
              <a:rPr lang="en-IN" b="1" dirty="0"/>
              <a:t>STRATEGY PATTERN</a:t>
            </a:r>
            <a:endParaRPr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7CB1C50-2B65-12D9-CC1F-CD0777FFE1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1200" y="1326407"/>
            <a:ext cx="6599464" cy="524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 pattern allows multiple ways to perform a        single task.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required behavior is selected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runtime.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behavior is placed in a separate class.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avoids writing large if-else or switch blocks 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TIME EXAMPLES: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Online payment systems support multiple payment methods.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User can choose Credit Card, UPI, or Cash.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Each payment method follows its own strategy.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The system works even if new payment methods are added later.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Observer Pattern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FF0E20-6ABC-CC30-4A2D-42B2644F93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710" y="2034150"/>
            <a:ext cx="7795724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Observer pattern follows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one-to-many relationship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object acts as a subject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observers depend on the subject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subject changes, all observers are notified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TIME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When a YouTube channel uploads a new video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All subscribers receive a notification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dirty="0"/>
              <a:t>Subscribers are observers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The channel is the subject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Command Pattern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4F4D5E-1F63-65E6-C3C1-1EC0070353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467982"/>
            <a:ext cx="64492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 pattern converts a request into an object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command represents an action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sender of the request does not know how it is executed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pattern is commonly used in undo and redo operations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Iterator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436975"/>
            <a:ext cx="6711654" cy="4195481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Access collection elements sequentially</a:t>
            </a:r>
          </a:p>
          <a:p>
            <a:pPr marL="0" indent="0">
              <a:buNone/>
            </a:pPr>
            <a:r>
              <a:rPr dirty="0"/>
              <a:t>• Hides internal structure</a:t>
            </a:r>
          </a:p>
          <a:p>
            <a:pPr marL="0" indent="0">
              <a:buNone/>
            </a:pPr>
            <a:r>
              <a:rPr dirty="0"/>
              <a:t>• Used in Java Collections (Iterator)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State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Behavior changes based on state</a:t>
            </a:r>
          </a:p>
          <a:p>
            <a:pPr marL="0" indent="0">
              <a:buNone/>
            </a:pPr>
            <a:r>
              <a:rPr dirty="0"/>
              <a:t>• Eliminates conditional logic</a:t>
            </a:r>
          </a:p>
          <a:p>
            <a:pPr marL="0" indent="0">
              <a:buNone/>
            </a:pPr>
            <a:r>
              <a:rPr dirty="0"/>
              <a:t>• Example: ATM Machine, Traffic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41082"/>
          </a:xfrm>
        </p:spPr>
        <p:txBody>
          <a:bodyPr/>
          <a:lstStyle/>
          <a:p>
            <a:r>
              <a:rPr lang="en-US" dirty="0"/>
              <a:t>Implementation: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050" y="1303625"/>
            <a:ext cx="6711654" cy="541467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2800" dirty="0"/>
              <a:t>// Strategy Interface</a:t>
            </a:r>
          </a:p>
          <a:p>
            <a:pPr marL="0" indent="0">
              <a:buNone/>
            </a:pPr>
            <a:r>
              <a:rPr lang="en-IN" sz="2800" dirty="0"/>
              <a:t>interface Payment {</a:t>
            </a:r>
          </a:p>
          <a:p>
            <a:pPr marL="0" indent="0">
              <a:buNone/>
            </a:pPr>
            <a:r>
              <a:rPr lang="en-IN" sz="2800" dirty="0"/>
              <a:t>    void pay(int amount);</a:t>
            </a:r>
          </a:p>
          <a:p>
            <a:pPr marL="0" indent="0">
              <a:buNone/>
            </a:pPr>
            <a:r>
              <a:rPr lang="en-IN" sz="2800" dirty="0"/>
              <a:t>}</a:t>
            </a:r>
          </a:p>
          <a:p>
            <a:pPr marL="0" indent="0">
              <a:buNone/>
            </a:pPr>
            <a:r>
              <a:rPr lang="en-IN" sz="2800" dirty="0"/>
              <a:t>// Concrete Strategy 1</a:t>
            </a:r>
          </a:p>
          <a:p>
            <a:pPr marL="0" indent="0">
              <a:buNone/>
            </a:pPr>
            <a:r>
              <a:rPr lang="en-IN" sz="2800" dirty="0"/>
              <a:t>class </a:t>
            </a:r>
            <a:r>
              <a:rPr lang="en-IN" sz="2800" dirty="0" err="1"/>
              <a:t>CashPayment</a:t>
            </a:r>
            <a:r>
              <a:rPr lang="en-IN" sz="2800" dirty="0"/>
              <a:t> implements Payment {</a:t>
            </a:r>
          </a:p>
          <a:p>
            <a:pPr marL="0" indent="0">
              <a:buNone/>
            </a:pPr>
            <a:r>
              <a:rPr lang="en-IN" sz="2800" dirty="0"/>
              <a:t>    public void pay(int amount) {</a:t>
            </a:r>
          </a:p>
          <a:p>
            <a:pPr marL="0" indent="0">
              <a:buNone/>
            </a:pPr>
            <a:r>
              <a:rPr lang="en-IN" sz="2800" dirty="0"/>
              <a:t>        </a:t>
            </a:r>
            <a:r>
              <a:rPr lang="en-IN" sz="2800" dirty="0" err="1"/>
              <a:t>System.out.println</a:t>
            </a:r>
            <a:r>
              <a:rPr lang="en-IN" sz="2800" dirty="0"/>
              <a:t>("Paid " + amount + " using Cash");</a:t>
            </a:r>
          </a:p>
          <a:p>
            <a:pPr marL="0" indent="0">
              <a:buNone/>
            </a:pPr>
            <a:r>
              <a:rPr lang="en-IN" sz="2800" dirty="0"/>
              <a:t>    }</a:t>
            </a:r>
          </a:p>
          <a:p>
            <a:pPr marL="0" indent="0">
              <a:buNone/>
            </a:pPr>
            <a:r>
              <a:rPr lang="en-IN" sz="2800" dirty="0"/>
              <a:t>}</a:t>
            </a:r>
          </a:p>
          <a:p>
            <a:pPr marL="0" indent="0">
              <a:buNone/>
            </a:pPr>
            <a:r>
              <a:rPr lang="en-IN" sz="2800" dirty="0"/>
              <a:t>// Concrete Strategy 2</a:t>
            </a:r>
          </a:p>
          <a:p>
            <a:pPr marL="0" indent="0">
              <a:buNone/>
            </a:pPr>
            <a:r>
              <a:rPr lang="en-IN" sz="2800" dirty="0"/>
              <a:t>class </a:t>
            </a:r>
            <a:r>
              <a:rPr lang="en-IN" sz="2800" dirty="0" err="1"/>
              <a:t>CardPayment</a:t>
            </a:r>
            <a:r>
              <a:rPr lang="en-IN" sz="2800" dirty="0"/>
              <a:t> implements Payment {</a:t>
            </a:r>
          </a:p>
          <a:p>
            <a:pPr marL="0" indent="0">
              <a:buNone/>
            </a:pPr>
            <a:r>
              <a:rPr lang="en-IN" sz="2800" dirty="0"/>
              <a:t>    public void pay(int amount) {</a:t>
            </a:r>
          </a:p>
          <a:p>
            <a:pPr marL="0" indent="0">
              <a:buNone/>
            </a:pPr>
            <a:r>
              <a:rPr lang="en-IN" sz="2800" dirty="0"/>
              <a:t>        </a:t>
            </a:r>
            <a:r>
              <a:rPr lang="en-IN" sz="2800" dirty="0" err="1"/>
              <a:t>System.out.println</a:t>
            </a:r>
            <a:r>
              <a:rPr lang="en-IN" sz="2800" dirty="0"/>
              <a:t>("Paid " + amount + " using Card");</a:t>
            </a:r>
          </a:p>
          <a:p>
            <a:pPr marL="0" indent="0">
              <a:buNone/>
            </a:pPr>
            <a:r>
              <a:rPr lang="en-IN" sz="2800" dirty="0"/>
              <a:t>    }</a:t>
            </a:r>
          </a:p>
          <a:p>
            <a:pPr marL="0" indent="0">
              <a:buNone/>
            </a:pPr>
            <a:r>
              <a:rPr lang="en-IN" sz="2800" dirty="0"/>
              <a:t>}</a:t>
            </a:r>
          </a:p>
          <a:p>
            <a:pPr marL="0" indent="0">
              <a:buNone/>
            </a:pPr>
            <a:r>
              <a:rPr lang="en-IN" sz="2800" dirty="0"/>
              <a:t>// Context Class</a:t>
            </a:r>
          </a:p>
          <a:p>
            <a:pPr marL="0" indent="0">
              <a:buNone/>
            </a:pPr>
            <a:r>
              <a:rPr lang="en-IN" sz="2800" dirty="0"/>
              <a:t>class </a:t>
            </a:r>
            <a:r>
              <a:rPr lang="en-IN" sz="2800" dirty="0" err="1"/>
              <a:t>ShoppingCart</a:t>
            </a:r>
            <a:r>
              <a:rPr lang="en-IN" sz="2800" dirty="0"/>
              <a:t> {</a:t>
            </a:r>
          </a:p>
          <a:p>
            <a:pPr marL="0" indent="0">
              <a:buNone/>
            </a:pPr>
            <a:r>
              <a:rPr lang="en-IN" sz="2800" dirty="0"/>
              <a:t>    private Payment </a:t>
            </a:r>
            <a:r>
              <a:rPr lang="en-IN" sz="2800" dirty="0" err="1"/>
              <a:t>payment</a:t>
            </a:r>
            <a:r>
              <a:rPr lang="en-IN" sz="2800" dirty="0"/>
              <a:t>;</a:t>
            </a:r>
          </a:p>
          <a:p>
            <a:pPr marL="0" indent="0">
              <a:buNone/>
            </a:pPr>
            <a:r>
              <a:rPr lang="en-IN" sz="4000" dirty="0"/>
              <a:t>   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D4D7-CC5F-BCBA-304D-CC26D6CB2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452719"/>
            <a:ext cx="6711654" cy="579568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setPayment</a:t>
            </a:r>
            <a:r>
              <a:rPr lang="en-IN" dirty="0"/>
              <a:t>(Payment payment)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this.payment</a:t>
            </a:r>
            <a:r>
              <a:rPr lang="en-IN" dirty="0"/>
              <a:t> = payment;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void checkout(int amount)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payment.pay</a:t>
            </a:r>
            <a:r>
              <a:rPr lang="en-IN" dirty="0"/>
              <a:t>(amount);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Main Class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StrategyPatternExample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ShoppingCart</a:t>
            </a:r>
            <a:r>
              <a:rPr lang="en-IN" dirty="0"/>
              <a:t> cart = new </a:t>
            </a:r>
            <a:r>
              <a:rPr lang="en-IN" dirty="0" err="1"/>
              <a:t>ShoppingCart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Choose Cash Payment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cart.setPayment</a:t>
            </a:r>
            <a:r>
              <a:rPr lang="en-IN" dirty="0"/>
              <a:t>(new </a:t>
            </a:r>
            <a:r>
              <a:rPr lang="en-IN" dirty="0" err="1"/>
              <a:t>CashPayment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cart.checkout</a:t>
            </a:r>
            <a:r>
              <a:rPr lang="en-IN" dirty="0"/>
              <a:t>(500);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Change strategy to Card Payment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cart.setPayment</a:t>
            </a:r>
            <a:r>
              <a:rPr lang="en-IN" dirty="0"/>
              <a:t>(new </a:t>
            </a:r>
            <a:r>
              <a:rPr lang="en-IN" dirty="0" err="1"/>
              <a:t>CardPayment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cart.checkout</a:t>
            </a:r>
            <a:r>
              <a:rPr lang="en-IN" dirty="0"/>
              <a:t>(1000);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810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OF BEHAVIORAL PATTERNS</a:t>
            </a:r>
            <a:endParaRPr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B750D8-4279-89B3-F111-6A646FC6B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834" y="2204941"/>
            <a:ext cx="439415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code easy to understand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dependency between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future changes and extensions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code reusability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Usage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350" y="1430625"/>
            <a:ext cx="6711654" cy="4352357"/>
          </a:xfrm>
        </p:spPr>
        <p:txBody>
          <a:bodyPr/>
          <a:lstStyle/>
          <a:p>
            <a:r>
              <a:rPr dirty="0"/>
              <a:t>Spring Framework</a:t>
            </a:r>
          </a:p>
          <a:p>
            <a:r>
              <a:rPr dirty="0"/>
              <a:t> Java Collections</a:t>
            </a:r>
          </a:p>
          <a:p>
            <a:r>
              <a:rPr dirty="0"/>
              <a:t>Event Handling</a:t>
            </a:r>
          </a:p>
          <a:p>
            <a:r>
              <a:rPr dirty="0"/>
              <a:t> Enterprise Applications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Behavioral design patterns manage object behavior efficiently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They help in building flexible and scalable applications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Strategy, Observer, Command, and Iterator are commonly used patterns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patterns are widely used in real-world Java applications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</TotalTime>
  <Words>580</Words>
  <Application>Microsoft Office PowerPoint</Application>
  <PresentationFormat>On-screen Show (4:3)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Behavioral Design Patterns in Java </vt:lpstr>
      <vt:lpstr>INTRODUCTION </vt:lpstr>
      <vt:lpstr>WHAT ARE BEHAVIORAL DESIGN PATTERNS?</vt:lpstr>
      <vt:lpstr>STRATEGY PATTERN</vt:lpstr>
      <vt:lpstr>Observer Pattern</vt:lpstr>
      <vt:lpstr>Command Pattern</vt:lpstr>
      <vt:lpstr>Iterator Pattern</vt:lpstr>
      <vt:lpstr>State Pattern</vt:lpstr>
      <vt:lpstr>Implementation:</vt:lpstr>
      <vt:lpstr>PowerPoint Presentation</vt:lpstr>
      <vt:lpstr>ADVANTAGES OF BEHAVIORAL PATTERNS</vt:lpstr>
      <vt:lpstr>Real-Time Usage in Java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Madumitha S</dc:creator>
  <cp:keywords/>
  <dc:description>generated using python-pptx</dc:description>
  <cp:lastModifiedBy>Madumitha S</cp:lastModifiedBy>
  <cp:revision>2</cp:revision>
  <dcterms:created xsi:type="dcterms:W3CDTF">2013-01-27T09:14:16Z</dcterms:created>
  <dcterms:modified xsi:type="dcterms:W3CDTF">2026-01-13T07:19:29Z</dcterms:modified>
  <cp:category/>
</cp:coreProperties>
</file>